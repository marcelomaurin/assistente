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Apresentacoes PVA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roteiro controla o momento de cada midia.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Gestos e fala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boca acompanha o audio; o corpo executa os gestos.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Pacote unico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Roteiro e recursos seguem juntos no arquivo .pva.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